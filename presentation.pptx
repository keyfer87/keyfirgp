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Comfortaa Bold"/>
      <p:regular r:id="rId15"/>
    </p:embeddedFont>
    <p:embeddedFont>
      <p:font typeface="Raleway Medium"/>
      <p:regular r:id="rId16"/>
    </p:embeddedFont>
    <p:embeddedFont>
      <p:font typeface="Raleway Bold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9023" y="855390"/>
            <a:ext cx="1310729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4061594" y="901675"/>
            <a:ext cx="1582787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УЧЕБНЫЙ ПРОЕКТ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69023" y="1207145"/>
            <a:ext cx="5092154" cy="591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Keyfer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3969023" y="2030016"/>
            <a:ext cx="4634954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Бот для поиска дешёвых Steam и EGS ключей через GGsel API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969023" y="3547318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Вводишь название игры — получаешь топ-10 предложений от самых выгодных к дорогим. Только проверенные продавцы.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523429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Зачем это нужно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69023" y="1183481"/>
            <a:ext cx="4634954" cy="1641128"/>
          </a:xfrm>
          <a:prstGeom prst="roundRect">
            <a:avLst>
              <a:gd name="adj" fmla="val 5572"/>
            </a:avLst>
          </a:prstGeom>
          <a:solidFill>
            <a:srgbClr val="27272B"/>
          </a:solidFill>
          <a:ln w="19050">
            <a:solidFill>
              <a:srgbClr val="5F5F6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49973" y="1183481"/>
            <a:ext cx="76200" cy="1641128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6" name="Text 3"/>
          <p:cNvSpPr/>
          <p:nvPr/>
        </p:nvSpPr>
        <p:spPr>
          <a:xfrm>
            <a:off x="4199483" y="1356792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Проблема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99483" y="1663675"/>
            <a:ext cx="42311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Пользователи тратят время на ручной поиск ключей Steam и EGS по разрозненным источникам — форумы, маркетплейсы, телеграм-каналы. Непонятно, где дешевле и кому можно доверять.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69023" y="2978869"/>
            <a:ext cx="4634954" cy="1641128"/>
          </a:xfrm>
          <a:prstGeom prst="roundRect">
            <a:avLst>
              <a:gd name="adj" fmla="val 5572"/>
            </a:avLst>
          </a:prstGeom>
          <a:solidFill>
            <a:srgbClr val="27272B"/>
          </a:solidFill>
          <a:ln w="19050">
            <a:solidFill>
              <a:srgbClr val="5F5F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49973" y="2978869"/>
            <a:ext cx="76200" cy="1641128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10" name="Text 7"/>
          <p:cNvSpPr/>
          <p:nvPr/>
        </p:nvSpPr>
        <p:spPr>
          <a:xfrm>
            <a:off x="4199483" y="3152180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Решение Keyfer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99483" y="3459063"/>
            <a:ext cx="42311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Бот автоматизирует подбор: один запрос → топ-10 предложений, отсортированных по цене. В выдаче только продавцы с высоким рейтингом — без лишнего шума.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420" y="413296"/>
            <a:ext cx="7619405" cy="368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Как выглядит результат для пользователя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20" y="1116955"/>
            <a:ext cx="5173266" cy="3448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7001" y="1080715"/>
            <a:ext cx="265212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07001" y="1291754"/>
            <a:ext cx="2636267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6" name="Text 3"/>
          <p:cNvSpPr/>
          <p:nvPr/>
        </p:nvSpPr>
        <p:spPr>
          <a:xfrm>
            <a:off x="6007001" y="1386632"/>
            <a:ext cx="1976363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Вводишь название игры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07001" y="1684734"/>
            <a:ext cx="2636267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Например,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Cyberpunk 2077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прямо в чат или через кнопки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7001" y="2292474"/>
            <a:ext cx="265212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07001" y="2503512"/>
            <a:ext cx="2636267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0" name="Text 7"/>
          <p:cNvSpPr/>
          <p:nvPr/>
        </p:nvSpPr>
        <p:spPr>
          <a:xfrm>
            <a:off x="6007001" y="2598390"/>
            <a:ext cx="200136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Бот возвращает топ-10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07001" y="2896493"/>
            <a:ext cx="2636267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Список от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самых дешёвых к дорогим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сразу видно лучшее предложение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07001" y="3504233"/>
            <a:ext cx="265212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07001" y="3715271"/>
            <a:ext cx="2636267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4" name="Text 11"/>
          <p:cNvSpPr/>
          <p:nvPr/>
        </p:nvSpPr>
        <p:spPr>
          <a:xfrm>
            <a:off x="6007001" y="3810149"/>
            <a:ext cx="2250579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Только надёжные продавцы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07001" y="4108252"/>
            <a:ext cx="2636267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Фильтр по рейтингу исключает сомнительных продавцов из выдачи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281" y="366192"/>
            <a:ext cx="4903217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Архитектура: путь запроса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577" y="932780"/>
            <a:ext cx="7772772" cy="3351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8569" y="3661226"/>
            <a:ext cx="2024665" cy="195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Ответ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8569" y="2885331"/>
            <a:ext cx="2024665" cy="195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GGsel API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08569" y="2117273"/>
            <a:ext cx="2024665" cy="195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Python-сервис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08569" y="1341378"/>
            <a:ext cx="2024665" cy="195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Telegram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3281" y="4403601"/>
            <a:ext cx="7837363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Весь путь от сообщения до результата занимает считанные секунды. Асинхронная архитектура позволяет обрабатывать запросы без блокировок.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49" y="360685"/>
            <a:ext cx="6685508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GGsel API: что происходит под капотом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249" y="976312"/>
            <a:ext cx="3691830" cy="36918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49" y="976312"/>
            <a:ext cx="3691830" cy="36918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9683" y="2022351"/>
            <a:ext cx="202004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Ключевые операции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4729683" y="2298278"/>
            <a:ext cx="3691830" cy="545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Бот не просто передаёт данные — он их обрабатывает: нормализует, сортирует и фильтрует, прежде чем показать пользователю.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4729683" y="2958257"/>
            <a:ext cx="3691830" cy="651049"/>
          </a:xfrm>
          <a:prstGeom prst="roundRect">
            <a:avLst>
              <a:gd name="adj" fmla="val 28886"/>
            </a:avLst>
          </a:prstGeom>
          <a:solidFill>
            <a:srgbClr val="022349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997" y="3138562"/>
            <a:ext cx="156716" cy="1253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37026" y="3091383"/>
            <a:ext cx="3159175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Порог рейтинга продавца настраивается в коде и может быть изменён под требования проекта.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8421" y="412254"/>
            <a:ext cx="3564731" cy="388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Стек технологий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18421" y="990749"/>
            <a:ext cx="4736157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Учебный, но практичный стек — всё, что нужно для реального асинхронного бота.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18421" y="1559644"/>
            <a:ext cx="2304678" cy="1735634"/>
          </a:xfrm>
          <a:prstGeom prst="roundRect">
            <a:avLst>
              <a:gd name="adj" fmla="val 12085"/>
            </a:avLst>
          </a:prstGeom>
          <a:solidFill>
            <a:srgbClr val="46464A"/>
          </a:solidFill>
          <a:ln/>
        </p:spPr>
      </p:sp>
      <p:sp>
        <p:nvSpPr>
          <p:cNvPr id="6" name="Shape 3"/>
          <p:cNvSpPr/>
          <p:nvPr/>
        </p:nvSpPr>
        <p:spPr>
          <a:xfrm>
            <a:off x="4058245" y="1699468"/>
            <a:ext cx="419472" cy="419472"/>
          </a:xfrm>
          <a:prstGeom prst="roundRect">
            <a:avLst>
              <a:gd name="adj" fmla="val 13622908"/>
            </a:avLst>
          </a:prstGeom>
          <a:solidFill>
            <a:srgbClr val="FFE14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3587" y="1814810"/>
            <a:ext cx="188714" cy="188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58245" y="2245668"/>
            <a:ext cx="1553766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058245" y="2515865"/>
            <a:ext cx="2025030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Основная бэкенд-логика бота, обработка данных и бизнес-правила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349826" y="1559644"/>
            <a:ext cx="2304752" cy="1735634"/>
          </a:xfrm>
          <a:prstGeom prst="roundRect">
            <a:avLst>
              <a:gd name="adj" fmla="val 12085"/>
            </a:avLst>
          </a:prstGeom>
          <a:solidFill>
            <a:srgbClr val="46464A"/>
          </a:solidFill>
          <a:ln/>
        </p:spPr>
      </p:sp>
      <p:sp>
        <p:nvSpPr>
          <p:cNvPr id="11" name="Shape 7"/>
          <p:cNvSpPr/>
          <p:nvPr/>
        </p:nvSpPr>
        <p:spPr>
          <a:xfrm>
            <a:off x="6489650" y="1699468"/>
            <a:ext cx="419472" cy="419472"/>
          </a:xfrm>
          <a:prstGeom prst="roundRect">
            <a:avLst>
              <a:gd name="adj" fmla="val 13622908"/>
            </a:avLst>
          </a:prstGeom>
          <a:solidFill>
            <a:srgbClr val="FFE14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992" y="1814810"/>
            <a:ext cx="188714" cy="1887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89650" y="2245668"/>
            <a:ext cx="1553766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aiogram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89650" y="2515865"/>
            <a:ext cx="2025104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Работа с Telegram API, обработчики сообщений и инлайн-кнопок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918421" y="3422005"/>
            <a:ext cx="4736157" cy="1309241"/>
          </a:xfrm>
          <a:prstGeom prst="roundRect">
            <a:avLst>
              <a:gd name="adj" fmla="val 16021"/>
            </a:avLst>
          </a:prstGeom>
          <a:solidFill>
            <a:srgbClr val="46464A"/>
          </a:solidFill>
          <a:ln/>
        </p:spPr>
      </p:sp>
      <p:sp>
        <p:nvSpPr>
          <p:cNvPr id="16" name="Shape 11"/>
          <p:cNvSpPr/>
          <p:nvPr/>
        </p:nvSpPr>
        <p:spPr>
          <a:xfrm>
            <a:off x="4058245" y="3561829"/>
            <a:ext cx="419472" cy="419472"/>
          </a:xfrm>
          <a:prstGeom prst="roundRect">
            <a:avLst>
              <a:gd name="adj" fmla="val 13622908"/>
            </a:avLst>
          </a:prstGeom>
          <a:solidFill>
            <a:srgbClr val="FFE14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3587" y="3677171"/>
            <a:ext cx="188714" cy="1887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58245" y="4108028"/>
            <a:ext cx="1553766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aiohttp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058245" y="4378226"/>
            <a:ext cx="4456509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Асинхронные HTTP-запросы к GGsel API без блокировок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000720"/>
            <a:ext cx="671274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Пользовательский путь: 3 кадра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737940"/>
            <a:ext cx="1484412" cy="9173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023" y="2848198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Кадр 1 — Поиск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0023" y="3155082"/>
            <a:ext cx="255939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Пользователь вводит название игры в чат. Бот отображает кнопки «Найти» для быстрого старта.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301" y="1737940"/>
            <a:ext cx="1484412" cy="9173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2301" y="2848198"/>
            <a:ext cx="255939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Кадр 2 — Лучшие предложения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92301" y="3369394"/>
            <a:ext cx="2559397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Карточки 1–3 мест с фиолетовым акцентом на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самом дешёвом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варианте. Видна цена и продавец.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80" y="1737940"/>
            <a:ext cx="1484412" cy="9173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4580" y="2848198"/>
            <a:ext cx="22944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Кадр 3 — Полный топ-10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4580" y="3155082"/>
            <a:ext cx="2559397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Карточки 4–10 с блоком «только продавцы с высоким рейтингом». Прозрачная и честная выдача.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51408"/>
            <a:ext cx="522729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Итог и защита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0023" y="1384995"/>
            <a:ext cx="1844725" cy="1670224"/>
          </a:xfrm>
          <a:prstGeom prst="roundRect">
            <a:avLst>
              <a:gd name="adj" fmla="val 13858"/>
            </a:avLst>
          </a:prstGeom>
          <a:solidFill>
            <a:srgbClr val="27272B"/>
          </a:solidFill>
          <a:ln w="19050">
            <a:solidFill>
              <a:srgbClr val="5F5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333" y="1558305"/>
            <a:ext cx="14981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Автоматизация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333" y="2141190"/>
            <a:ext cx="149810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Меньше ручной рутины — быстрее выбор лучшей цены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39008" y="1384995"/>
            <a:ext cx="1844799" cy="1670224"/>
          </a:xfrm>
          <a:prstGeom prst="roundRect">
            <a:avLst>
              <a:gd name="adj" fmla="val 13858"/>
            </a:avLst>
          </a:prstGeom>
          <a:solidFill>
            <a:srgbClr val="27272B"/>
          </a:solidFill>
          <a:ln w="19050">
            <a:solidFill>
              <a:srgbClr val="5F5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12318" y="1558305"/>
            <a:ext cx="149817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Чистый пайплайн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12318" y="2141190"/>
            <a:ext cx="1498178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Telegram → GGsel API → фильтры → топ-10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0023" y="3209479"/>
            <a:ext cx="3843784" cy="1209005"/>
          </a:xfrm>
          <a:prstGeom prst="roundRect">
            <a:avLst>
              <a:gd name="adj" fmla="val 19144"/>
            </a:avLst>
          </a:prstGeom>
          <a:solidFill>
            <a:srgbClr val="27272B"/>
          </a:solidFill>
          <a:ln w="19050">
            <a:solidFill>
              <a:srgbClr val="5F5F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333" y="3382789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Цель проекта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333" y="3751362"/>
            <a:ext cx="349716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Показать асинхронную разработку на Python и интеграцию с внешним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96383" y="1384995"/>
            <a:ext cx="3612356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«Соберите свой улучшенный фильтр — по региону, формату ключа или порогу рейтинга — и сравните результаты.»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64956" y="1384995"/>
            <a:ext cx="19050" cy="74071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4" name="Shape 12"/>
          <p:cNvSpPr/>
          <p:nvPr/>
        </p:nvSpPr>
        <p:spPr>
          <a:xfrm>
            <a:off x="4764956" y="2299246"/>
            <a:ext cx="3843784" cy="1396380"/>
          </a:xfrm>
          <a:prstGeom prst="roundRect">
            <a:avLst>
              <a:gd name="adj" fmla="val 16576"/>
            </a:avLst>
          </a:prstGeom>
          <a:solidFill>
            <a:srgbClr val="183A1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216" y="2528515"/>
            <a:ext cx="192881" cy="1542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66358" y="2492053"/>
            <a:ext cx="318812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Keyfer — это готовая основа для расширения: добавьте новые фильтры, поддержку других магазинов или уведомления о падении цены.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2026-05-26T00:52:50Z</dcterms:created>
  <dcterms:modified xsi:type="dcterms:W3CDTF">2026-05-26T00:52:50Z</dcterms:modified>
</cp:coreProperties>
</file>